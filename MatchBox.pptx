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Now Bold" charset="1" panose="00000800000000000000"/>
      <p:regular r:id="rId7"/>
    </p:embeddedFont>
    <p:embeddedFont>
      <p:font typeface="The Seasons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AE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3975" y="-261922"/>
            <a:ext cx="18288000" cy="12683485"/>
            <a:chOff x="0" y="0"/>
            <a:chExt cx="24384000" cy="169113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0" cy="8455657"/>
            </a:xfrm>
            <a:custGeom>
              <a:avLst/>
              <a:gdLst/>
              <a:ahLst/>
              <a:cxnLst/>
              <a:rect r="r" b="b" t="t" l="l"/>
              <a:pathLst>
                <a:path h="8455657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8455657"/>
                  </a:lnTo>
                  <a:lnTo>
                    <a:pt x="0" y="845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128000" y="0"/>
              <a:ext cx="8128000" cy="8455657"/>
            </a:xfrm>
            <a:custGeom>
              <a:avLst/>
              <a:gdLst/>
              <a:ahLst/>
              <a:cxnLst/>
              <a:rect r="r" b="b" t="t" l="l"/>
              <a:pathLst>
                <a:path h="8455657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8455657"/>
                  </a:lnTo>
                  <a:lnTo>
                    <a:pt x="0" y="845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0000"/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256000" y="0"/>
              <a:ext cx="8128000" cy="8455657"/>
            </a:xfrm>
            <a:custGeom>
              <a:avLst/>
              <a:gdLst/>
              <a:ahLst/>
              <a:cxnLst/>
              <a:rect r="r" b="b" t="t" l="l"/>
              <a:pathLst>
                <a:path h="8455657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8455657"/>
                  </a:lnTo>
                  <a:lnTo>
                    <a:pt x="0" y="845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0000"/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256000" y="8455657"/>
              <a:ext cx="8128000" cy="8455657"/>
            </a:xfrm>
            <a:custGeom>
              <a:avLst/>
              <a:gdLst/>
              <a:ahLst/>
              <a:cxnLst/>
              <a:rect r="r" b="b" t="t" l="l"/>
              <a:pathLst>
                <a:path h="8455657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8455656"/>
                  </a:lnTo>
                  <a:lnTo>
                    <a:pt x="0" y="845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8455657"/>
              <a:ext cx="8128000" cy="8455657"/>
            </a:xfrm>
            <a:custGeom>
              <a:avLst/>
              <a:gdLst/>
              <a:ahLst/>
              <a:cxnLst/>
              <a:rect r="r" b="b" t="t" l="l"/>
              <a:pathLst>
                <a:path h="8455657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8455656"/>
                  </a:lnTo>
                  <a:lnTo>
                    <a:pt x="0" y="845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128000" y="8455657"/>
              <a:ext cx="8128000" cy="8455657"/>
            </a:xfrm>
            <a:custGeom>
              <a:avLst/>
              <a:gdLst/>
              <a:ahLst/>
              <a:cxnLst/>
              <a:rect r="r" b="b" t="t" l="l"/>
              <a:pathLst>
                <a:path h="8455657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8455656"/>
                  </a:lnTo>
                  <a:lnTo>
                    <a:pt x="0" y="845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585812" y="8370066"/>
            <a:ext cx="6239575" cy="2677345"/>
          </a:xfrm>
          <a:custGeom>
            <a:avLst/>
            <a:gdLst/>
            <a:ahLst/>
            <a:cxnLst/>
            <a:rect r="r" b="b" t="t" l="l"/>
            <a:pathLst>
              <a:path h="2677345" w="6239575">
                <a:moveTo>
                  <a:pt x="0" y="0"/>
                </a:moveTo>
                <a:lnTo>
                  <a:pt x="6239575" y="0"/>
                </a:lnTo>
                <a:lnTo>
                  <a:pt x="6239575" y="2677345"/>
                </a:lnTo>
                <a:lnTo>
                  <a:pt x="0" y="2677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636142" y="8370066"/>
            <a:ext cx="6239575" cy="2677345"/>
          </a:xfrm>
          <a:custGeom>
            <a:avLst/>
            <a:gdLst/>
            <a:ahLst/>
            <a:cxnLst/>
            <a:rect r="r" b="b" t="t" l="l"/>
            <a:pathLst>
              <a:path h="2677345" w="6239575">
                <a:moveTo>
                  <a:pt x="6239575" y="0"/>
                </a:moveTo>
                <a:lnTo>
                  <a:pt x="0" y="0"/>
                </a:lnTo>
                <a:lnTo>
                  <a:pt x="0" y="2677345"/>
                </a:lnTo>
                <a:lnTo>
                  <a:pt x="6239575" y="2677345"/>
                </a:lnTo>
                <a:lnTo>
                  <a:pt x="6239575" y="0"/>
                </a:lnTo>
                <a:close/>
              </a:path>
            </a:pathLst>
          </a:custGeom>
          <a:blipFill>
            <a:blip r:embed="rId3">
              <a:alphaModFix amt="9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1470442">
            <a:off x="11099439" y="9543582"/>
            <a:ext cx="6239575" cy="2677345"/>
          </a:xfrm>
          <a:custGeom>
            <a:avLst/>
            <a:gdLst/>
            <a:ahLst/>
            <a:cxnLst/>
            <a:rect r="r" b="b" t="t" l="l"/>
            <a:pathLst>
              <a:path h="2677345" w="6239575">
                <a:moveTo>
                  <a:pt x="6239575" y="0"/>
                </a:moveTo>
                <a:lnTo>
                  <a:pt x="0" y="0"/>
                </a:lnTo>
                <a:lnTo>
                  <a:pt x="0" y="2677345"/>
                </a:lnTo>
                <a:lnTo>
                  <a:pt x="6239575" y="2677345"/>
                </a:lnTo>
                <a:lnTo>
                  <a:pt x="6239575" y="0"/>
                </a:lnTo>
                <a:close/>
              </a:path>
            </a:pathLst>
          </a:custGeom>
          <a:blipFill>
            <a:blip r:embed="rId3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777035">
            <a:off x="969248" y="9543582"/>
            <a:ext cx="6239575" cy="2677345"/>
          </a:xfrm>
          <a:custGeom>
            <a:avLst/>
            <a:gdLst/>
            <a:ahLst/>
            <a:cxnLst/>
            <a:rect r="r" b="b" t="t" l="l"/>
            <a:pathLst>
              <a:path h="2677345" w="6239575">
                <a:moveTo>
                  <a:pt x="0" y="0"/>
                </a:moveTo>
                <a:lnTo>
                  <a:pt x="6239575" y="0"/>
                </a:lnTo>
                <a:lnTo>
                  <a:pt x="6239575" y="2677345"/>
                </a:lnTo>
                <a:lnTo>
                  <a:pt x="0" y="26773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77993" y="3208955"/>
            <a:ext cx="8733918" cy="5741733"/>
            <a:chOff x="0" y="0"/>
            <a:chExt cx="11645224" cy="76556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9486" cy="7655644"/>
            </a:xfrm>
            <a:custGeom>
              <a:avLst/>
              <a:gdLst/>
              <a:ahLst/>
              <a:cxnLst/>
              <a:rect r="r" b="b" t="t" l="l"/>
              <a:pathLst>
                <a:path h="7655644" w="5489486">
                  <a:moveTo>
                    <a:pt x="0" y="0"/>
                  </a:moveTo>
                  <a:lnTo>
                    <a:pt x="5489486" y="0"/>
                  </a:lnTo>
                  <a:lnTo>
                    <a:pt x="5489486" y="7655644"/>
                  </a:lnTo>
                  <a:lnTo>
                    <a:pt x="0" y="7655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290" r="0" b="-18290"/>
              </a:stretch>
            </a:blipFill>
            <a:ln w="114300" cap="rnd">
              <a:solidFill>
                <a:srgbClr val="EE6567"/>
              </a:solidFill>
              <a:prstDash val="solid"/>
              <a:round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998126" y="0"/>
              <a:ext cx="5647098" cy="7655644"/>
            </a:xfrm>
            <a:custGeom>
              <a:avLst/>
              <a:gdLst/>
              <a:ahLst/>
              <a:cxnLst/>
              <a:rect r="r" b="b" t="t" l="l"/>
              <a:pathLst>
                <a:path h="7655644" w="5647098">
                  <a:moveTo>
                    <a:pt x="0" y="0"/>
                  </a:moveTo>
                  <a:lnTo>
                    <a:pt x="5647098" y="0"/>
                  </a:lnTo>
                  <a:lnTo>
                    <a:pt x="5647098" y="7655644"/>
                  </a:lnTo>
                  <a:lnTo>
                    <a:pt x="0" y="7655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714" r="0" b="0"/>
              </a:stretch>
            </a:blipFill>
            <a:ln w="114300" cap="rnd">
              <a:solidFill>
                <a:srgbClr val="EE6567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3047311" y="9661113"/>
            <a:ext cx="12193378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spc="230">
                <a:solidFill>
                  <a:srgbClr val="534741"/>
                </a:solidFill>
                <a:latin typeface="Now Bold"/>
                <a:ea typeface="Now Bold"/>
                <a:cs typeface="Now Bold"/>
                <a:sym typeface="Now Bold"/>
              </a:rPr>
              <a:t>  PROF. STEPHANIE SAMPLE| KIRSTYN NAVARRO | IS 3020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-3968325" y="-27396"/>
            <a:ext cx="26199363" cy="5518211"/>
            <a:chOff x="0" y="0"/>
            <a:chExt cx="34932484" cy="7357615"/>
          </a:xfrm>
        </p:grpSpPr>
        <p:sp>
          <p:nvSpPr>
            <p:cNvPr name="Freeform 18" id="18"/>
            <p:cNvSpPr/>
            <p:nvPr/>
          </p:nvSpPr>
          <p:spPr>
            <a:xfrm flipH="true" flipV="false" rot="-1510383">
              <a:off x="23995465" y="1070409"/>
              <a:ext cx="5828918" cy="4419380"/>
            </a:xfrm>
            <a:custGeom>
              <a:avLst/>
              <a:gdLst/>
              <a:ahLst/>
              <a:cxnLst/>
              <a:rect r="r" b="b" t="t" l="l"/>
              <a:pathLst>
                <a:path h="4419380" w="5828918">
                  <a:moveTo>
                    <a:pt x="5828918" y="0"/>
                  </a:moveTo>
                  <a:lnTo>
                    <a:pt x="0" y="0"/>
                  </a:lnTo>
                  <a:lnTo>
                    <a:pt x="0" y="4419380"/>
                  </a:lnTo>
                  <a:lnTo>
                    <a:pt x="5828918" y="4419380"/>
                  </a:lnTo>
                  <a:lnTo>
                    <a:pt x="5828918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1509172">
              <a:off x="5136641" y="1029217"/>
              <a:ext cx="5828918" cy="4419380"/>
            </a:xfrm>
            <a:custGeom>
              <a:avLst/>
              <a:gdLst/>
              <a:ahLst/>
              <a:cxnLst/>
              <a:rect r="r" b="b" t="t" l="l"/>
              <a:pathLst>
                <a:path h="4419380" w="5828918">
                  <a:moveTo>
                    <a:pt x="0" y="0"/>
                  </a:moveTo>
                  <a:lnTo>
                    <a:pt x="5828918" y="0"/>
                  </a:lnTo>
                  <a:lnTo>
                    <a:pt x="5828918" y="4419380"/>
                  </a:lnTo>
                  <a:lnTo>
                    <a:pt x="0" y="4419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false" rot="519777">
              <a:off x="221388" y="3031844"/>
              <a:ext cx="8319433" cy="3569793"/>
            </a:xfrm>
            <a:custGeom>
              <a:avLst/>
              <a:gdLst/>
              <a:ahLst/>
              <a:cxnLst/>
              <a:rect r="r" b="b" t="t" l="l"/>
              <a:pathLst>
                <a:path h="3569793" w="8319433">
                  <a:moveTo>
                    <a:pt x="8319433" y="0"/>
                  </a:moveTo>
                  <a:lnTo>
                    <a:pt x="0" y="0"/>
                  </a:lnTo>
                  <a:lnTo>
                    <a:pt x="0" y="3569793"/>
                  </a:lnTo>
                  <a:lnTo>
                    <a:pt x="8319433" y="3569793"/>
                  </a:lnTo>
                  <a:lnTo>
                    <a:pt x="8319433" y="0"/>
                  </a:lnTo>
                  <a:close/>
                </a:path>
              </a:pathLst>
            </a:custGeom>
            <a:blipFill>
              <a:blip r:embed="rId3">
                <a:alphaModFix amt="9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-740108">
              <a:off x="26327772" y="2940387"/>
              <a:ext cx="8319433" cy="3569793"/>
            </a:xfrm>
            <a:custGeom>
              <a:avLst/>
              <a:gdLst/>
              <a:ahLst/>
              <a:cxnLst/>
              <a:rect r="r" b="b" t="t" l="l"/>
              <a:pathLst>
                <a:path h="3569793" w="8319433">
                  <a:moveTo>
                    <a:pt x="0" y="0"/>
                  </a:moveTo>
                  <a:lnTo>
                    <a:pt x="8319433" y="0"/>
                  </a:lnTo>
                  <a:lnTo>
                    <a:pt x="8319433" y="3569794"/>
                  </a:lnTo>
                  <a:lnTo>
                    <a:pt x="0" y="35697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5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0917699" y="333423"/>
              <a:ext cx="13332371" cy="2035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401"/>
                </a:lnSpc>
                <a:spcBef>
                  <a:spcPct val="0"/>
                </a:spcBef>
              </a:pPr>
              <a:r>
                <a:rPr lang="en-US" b="true" sz="9370">
                  <a:solidFill>
                    <a:srgbClr val="534741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MatchBox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2236803" y="2905703"/>
              <a:ext cx="16066698" cy="710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63"/>
                </a:lnSpc>
                <a:spcBef>
                  <a:spcPct val="0"/>
                </a:spcBef>
              </a:pPr>
              <a:r>
                <a:rPr lang="en-US" b="true" sz="3300">
                  <a:solidFill>
                    <a:srgbClr val="534741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...based on the Meyers-Briggs 16 personality quiz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0743148" y="2035803"/>
              <a:ext cx="12518901" cy="10542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440"/>
                </a:lnSpc>
              </a:pPr>
              <a:r>
                <a:rPr lang="en-US" b="true" sz="4901">
                  <a:solidFill>
                    <a:srgbClr val="534741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Personality</a:t>
              </a:r>
              <a:r>
                <a:rPr lang="en-US" b="true" sz="4901">
                  <a:solidFill>
                    <a:srgbClr val="534741"/>
                  </a:solidFill>
                  <a:latin typeface="The Seasons Bold"/>
                  <a:ea typeface="The Seasons Bold"/>
                  <a:cs typeface="The Seasons Bold"/>
                  <a:sym typeface="The Seasons Bold"/>
                </a:rPr>
                <a:t> based match-making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DAG5QVTFCfQ</dc:identifier>
  <dcterms:modified xsi:type="dcterms:W3CDTF">2011-08-01T06:04:30Z</dcterms:modified>
  <cp:revision>1</cp:revision>
  <dc:title>MatchBox</dc:title>
</cp:coreProperties>
</file>